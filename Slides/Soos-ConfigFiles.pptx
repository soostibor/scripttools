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notesMasterIdLst>
    <p:notesMasterId r:id="rId12"/>
  </p:notesMasterIdLst>
  <p:handoutMasterIdLst>
    <p:handoutMasterId r:id="rId13"/>
  </p:handoutMasterIdLst>
  <p:sldIdLst>
    <p:sldId id="273" r:id="rId5"/>
    <p:sldId id="267" r:id="rId6"/>
    <p:sldId id="260" r:id="rId7"/>
    <p:sldId id="274" r:id="rId8"/>
    <p:sldId id="279" r:id="rId9"/>
    <p:sldId id="27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session" id="{9BCE8471-468A-4538-82B3-E4E62B0A593E}">
          <p14:sldIdLst>
            <p14:sldId id="273"/>
            <p14:sldId id="267"/>
            <p14:sldId id="260"/>
            <p14:sldId id="274"/>
            <p14:sldId id="279"/>
            <p14:sldId id="277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66E"/>
    <a:srgbClr val="346297"/>
    <a:srgbClr val="000000"/>
    <a:srgbClr val="3B2B46"/>
    <a:srgbClr val="FFFFFF"/>
    <a:srgbClr val="346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3A785-9C56-4958-82E6-8E0A285ACC87}" v="1" dt="2025-11-12T08:43:18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80866" autoAdjust="0"/>
  </p:normalViewPr>
  <p:slideViewPr>
    <p:cSldViewPr snapToGrid="0">
      <p:cViewPr varScale="1">
        <p:scale>
          <a:sx n="89" d="100"/>
          <a:sy n="89" d="100"/>
        </p:scale>
        <p:origin x="139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200" d="100"/>
          <a:sy n="200" d="100"/>
        </p:scale>
        <p:origin x="1392" y="1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bor Soós" userId="9906acad9ad9fed6" providerId="LiveId" clId="{10A07497-10FD-47CE-9754-35823E70064A}"/>
    <pc:docChg chg="custSel addSld delSld modSld modMainMaster modSection">
      <pc:chgData name="Tibor Soós" userId="9906acad9ad9fed6" providerId="LiveId" clId="{10A07497-10FD-47CE-9754-35823E70064A}" dt="2025-11-12T16:32:56.147" v="855" actId="20577"/>
      <pc:docMkLst>
        <pc:docMk/>
      </pc:docMkLst>
      <pc:sldChg chg="modSp mod setBg">
        <pc:chgData name="Tibor Soós" userId="9906acad9ad9fed6" providerId="LiveId" clId="{10A07497-10FD-47CE-9754-35823E70064A}" dt="2025-11-12T08:43:18.716" v="756"/>
        <pc:sldMkLst>
          <pc:docMk/>
          <pc:sldMk cId="1101361508" sldId="260"/>
        </pc:sldMkLst>
        <pc:spChg chg="mod">
          <ac:chgData name="Tibor Soós" userId="9906acad9ad9fed6" providerId="LiveId" clId="{10A07497-10FD-47CE-9754-35823E70064A}" dt="2025-11-07T09:34:21.323" v="89" actId="20577"/>
          <ac:spMkLst>
            <pc:docMk/>
            <pc:sldMk cId="1101361508" sldId="260"/>
            <ac:spMk id="2" creationId="{5191E0F2-FE77-51ED-3F72-223B58926E74}"/>
          </ac:spMkLst>
        </pc:spChg>
        <pc:spChg chg="mod">
          <ac:chgData name="Tibor Soós" userId="9906acad9ad9fed6" providerId="LiveId" clId="{10A07497-10FD-47CE-9754-35823E70064A}" dt="2025-11-12T08:43:18.716" v="756"/>
          <ac:spMkLst>
            <pc:docMk/>
            <pc:sldMk cId="1101361508" sldId="260"/>
            <ac:spMk id="3" creationId="{07D5023A-BA6F-B725-CF78-FD889E577EA6}"/>
          </ac:spMkLst>
        </pc:spChg>
      </pc:sldChg>
      <pc:sldChg chg="delSp mod">
        <pc:chgData name="Tibor Soós" userId="9906acad9ad9fed6" providerId="LiveId" clId="{10A07497-10FD-47CE-9754-35823E70064A}" dt="2025-11-11T14:39:36.063" v="740" actId="478"/>
        <pc:sldMkLst>
          <pc:docMk/>
          <pc:sldMk cId="3434842826" sldId="265"/>
        </pc:sldMkLst>
        <pc:spChg chg="del">
          <ac:chgData name="Tibor Soós" userId="9906acad9ad9fed6" providerId="LiveId" clId="{10A07497-10FD-47CE-9754-35823E70064A}" dt="2025-11-11T14:39:36.063" v="740" actId="478"/>
          <ac:spMkLst>
            <pc:docMk/>
            <pc:sldMk cId="3434842826" sldId="265"/>
            <ac:spMk id="10" creationId="{E7911686-C4FE-022C-2490-99F4F5BFDF39}"/>
          </ac:spMkLst>
        </pc:spChg>
      </pc:sldChg>
      <pc:sldChg chg="modSp mod">
        <pc:chgData name="Tibor Soós" userId="9906acad9ad9fed6" providerId="LiveId" clId="{10A07497-10FD-47CE-9754-35823E70064A}" dt="2025-11-07T10:27:32.383" v="522" actId="207"/>
        <pc:sldMkLst>
          <pc:docMk/>
          <pc:sldMk cId="751095604" sldId="267"/>
        </pc:sldMkLst>
        <pc:spChg chg="mod">
          <ac:chgData name="Tibor Soós" userId="9906acad9ad9fed6" providerId="LiveId" clId="{10A07497-10FD-47CE-9754-35823E70064A}" dt="2025-11-07T10:27:32.383" v="522" actId="207"/>
          <ac:spMkLst>
            <pc:docMk/>
            <pc:sldMk cId="751095604" sldId="267"/>
            <ac:spMk id="5" creationId="{93312970-1382-905E-DF3A-5D367E6E7736}"/>
          </ac:spMkLst>
        </pc:spChg>
      </pc:sldChg>
      <pc:sldChg chg="modSp mod">
        <pc:chgData name="Tibor Soós" userId="9906acad9ad9fed6" providerId="LiveId" clId="{10A07497-10FD-47CE-9754-35823E70064A}" dt="2025-11-07T09:24:13.714" v="68" actId="1076"/>
        <pc:sldMkLst>
          <pc:docMk/>
          <pc:sldMk cId="2193816839" sldId="273"/>
        </pc:sldMkLst>
        <pc:spChg chg="mod">
          <ac:chgData name="Tibor Soós" userId="9906acad9ad9fed6" providerId="LiveId" clId="{10A07497-10FD-47CE-9754-35823E70064A}" dt="2025-11-07T09:24:01.007" v="67" actId="790"/>
          <ac:spMkLst>
            <pc:docMk/>
            <pc:sldMk cId="2193816839" sldId="273"/>
            <ac:spMk id="2" creationId="{95074A12-9E1E-7875-6AC7-73C6AF192100}"/>
          </ac:spMkLst>
        </pc:spChg>
        <pc:spChg chg="mod">
          <ac:chgData name="Tibor Soós" userId="9906acad9ad9fed6" providerId="LiveId" clId="{10A07497-10FD-47CE-9754-35823E70064A}" dt="2025-11-07T09:24:13.714" v="68" actId="1076"/>
          <ac:spMkLst>
            <pc:docMk/>
            <pc:sldMk cId="2193816839" sldId="273"/>
            <ac:spMk id="3" creationId="{FB22B504-146E-1966-17CE-BB797BC6083D}"/>
          </ac:spMkLst>
        </pc:spChg>
        <pc:spChg chg="mod">
          <ac:chgData name="Tibor Soós" userId="9906acad9ad9fed6" providerId="LiveId" clId="{10A07497-10FD-47CE-9754-35823E70064A}" dt="2025-11-07T09:23:07.197" v="1" actId="14100"/>
          <ac:spMkLst>
            <pc:docMk/>
            <pc:sldMk cId="2193816839" sldId="273"/>
            <ac:spMk id="4" creationId="{0E2348EB-2258-5792-670F-322202E630B4}"/>
          </ac:spMkLst>
        </pc:spChg>
      </pc:sldChg>
      <pc:sldChg chg="modSp mod">
        <pc:chgData name="Tibor Soós" userId="9906acad9ad9fed6" providerId="LiveId" clId="{10A07497-10FD-47CE-9754-35823E70064A}" dt="2025-11-12T09:16:17.785" v="829" actId="20577"/>
        <pc:sldMkLst>
          <pc:docMk/>
          <pc:sldMk cId="674648636" sldId="274"/>
        </pc:sldMkLst>
        <pc:spChg chg="mod">
          <ac:chgData name="Tibor Soós" userId="9906acad9ad9fed6" providerId="LiveId" clId="{10A07497-10FD-47CE-9754-35823E70064A}" dt="2025-11-07T10:29:42.844" v="557" actId="20577"/>
          <ac:spMkLst>
            <pc:docMk/>
            <pc:sldMk cId="674648636" sldId="274"/>
            <ac:spMk id="2" creationId="{D34B4FB2-BC1C-BDEE-AE11-5368B2F91A22}"/>
          </ac:spMkLst>
        </pc:spChg>
        <pc:spChg chg="mod">
          <ac:chgData name="Tibor Soós" userId="9906acad9ad9fed6" providerId="LiveId" clId="{10A07497-10FD-47CE-9754-35823E70064A}" dt="2025-11-12T09:16:17.785" v="829" actId="20577"/>
          <ac:spMkLst>
            <pc:docMk/>
            <pc:sldMk cId="674648636" sldId="274"/>
            <ac:spMk id="3" creationId="{41734D17-94E3-71D6-5497-7562681BD968}"/>
          </ac:spMkLst>
        </pc:spChg>
      </pc:sldChg>
      <pc:sldChg chg="modSp mod">
        <pc:chgData name="Tibor Soós" userId="9906acad9ad9fed6" providerId="LiveId" clId="{10A07497-10FD-47CE-9754-35823E70064A}" dt="2025-11-07T13:50:03.790" v="737" actId="6549"/>
        <pc:sldMkLst>
          <pc:docMk/>
          <pc:sldMk cId="1226856061" sldId="277"/>
        </pc:sldMkLst>
        <pc:spChg chg="mod">
          <ac:chgData name="Tibor Soós" userId="9906acad9ad9fed6" providerId="LiveId" clId="{10A07497-10FD-47CE-9754-35823E70064A}" dt="2025-11-07T13:50:03.790" v="737" actId="6549"/>
          <ac:spMkLst>
            <pc:docMk/>
            <pc:sldMk cId="1226856061" sldId="277"/>
            <ac:spMk id="5" creationId="{5DD2D38E-B3FE-AD41-285F-2FDBACC6FD63}"/>
          </ac:spMkLst>
        </pc:spChg>
      </pc:sldChg>
      <pc:sldChg chg="modSp add mod">
        <pc:chgData name="Tibor Soós" userId="9906acad9ad9fed6" providerId="LiveId" clId="{10A07497-10FD-47CE-9754-35823E70064A}" dt="2025-11-12T16:32:56.147" v="855" actId="20577"/>
        <pc:sldMkLst>
          <pc:docMk/>
          <pc:sldMk cId="1077957015" sldId="279"/>
        </pc:sldMkLst>
        <pc:spChg chg="mod">
          <ac:chgData name="Tibor Soós" userId="9906acad9ad9fed6" providerId="LiveId" clId="{10A07497-10FD-47CE-9754-35823E70064A}" dt="2025-11-07T10:35:54.070" v="627" actId="20577"/>
          <ac:spMkLst>
            <pc:docMk/>
            <pc:sldMk cId="1077957015" sldId="279"/>
            <ac:spMk id="2" creationId="{436632B2-F197-FDD1-E186-338A500676EF}"/>
          </ac:spMkLst>
        </pc:spChg>
        <pc:spChg chg="mod">
          <ac:chgData name="Tibor Soós" userId="9906acad9ad9fed6" providerId="LiveId" clId="{10A07497-10FD-47CE-9754-35823E70064A}" dt="2025-11-12T16:32:56.147" v="855" actId="20577"/>
          <ac:spMkLst>
            <pc:docMk/>
            <pc:sldMk cId="1077957015" sldId="279"/>
            <ac:spMk id="3" creationId="{9E37F80A-E9B6-1ACA-27CD-BAC0AD19E71C}"/>
          </ac:spMkLst>
        </pc:spChg>
      </pc:sldChg>
      <pc:sldMasterChg chg="setBg modSldLayout">
        <pc:chgData name="Tibor Soós" userId="9906acad9ad9fed6" providerId="LiveId" clId="{10A07497-10FD-47CE-9754-35823E70064A}" dt="2025-11-07T10:26:48.114" v="521"/>
        <pc:sldMasterMkLst>
          <pc:docMk/>
          <pc:sldMasterMk cId="1520528936" sldId="2147483702"/>
        </pc:sldMasterMkLst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2028046612" sldId="2147483703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464586562" sldId="2147483704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274544607" sldId="2147483705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827368211" sldId="2147483706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197341830" sldId="2147483707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2026704607" sldId="2147483708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4070074627" sldId="2147483709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885098407" sldId="2147483710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336598449" sldId="2147483711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447119672" sldId="2147483712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1781858739" sldId="2147483713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017208483" sldId="2147483714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2342773637" sldId="2147483715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568049324" sldId="2147483716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1845891188" sldId="2147483717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686304131" sldId="2147483718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4067882281" sldId="2147483719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775709842" sldId="2147483723"/>
          </pc:sldLayoutMkLst>
        </pc:sldLayoutChg>
        <pc:sldLayoutChg chg="setBg">
          <pc:chgData name="Tibor Soós" userId="9906acad9ad9fed6" providerId="LiveId" clId="{10A07497-10FD-47CE-9754-35823E70064A}" dt="2025-11-07T10:26:48.114" v="521"/>
          <pc:sldLayoutMkLst>
            <pc:docMk/>
            <pc:sldMasterMk cId="1520528936" sldId="2147483702"/>
            <pc:sldLayoutMk cId="3010327453" sldId="214748372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54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CA4E7-1512-3CBB-B218-7CF4452E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20B7B6-8268-A37C-AFF5-66909356B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360CF95-6F85-8084-0BD3-2DF960225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D64A2D-BEA9-AA77-71C3-085F973F6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105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0222-7BF1-E6F3-F9D0-2E78BB05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02EC5F-3DC1-8217-D1BF-6E268A447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85BB07-1E0E-2CA5-EAB6-42B6E2ADF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7F08C6-CCD4-5973-3C78-815FEAEEE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38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04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58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1" y="6240721"/>
            <a:ext cx="7543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4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36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0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07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09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9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11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58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7208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73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8049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91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04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882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709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32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3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B6FE4B81-51EE-7B7C-2B5D-0304921ECC81}"/>
              </a:ext>
            </a:extLst>
          </p:cNvPr>
          <p:cNvPicPr/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AAFC0B17-B699-D81B-010B-C0BBE935DE21}"/>
              </a:ext>
            </a:extLst>
          </p:cNvPr>
          <p:cNvSpPr txBox="1">
            <a:spLocks/>
          </p:cNvSpPr>
          <p:nvPr userDrawn="1"/>
        </p:nvSpPr>
        <p:spPr>
          <a:xfrm>
            <a:off x="7001787" y="6335963"/>
            <a:ext cx="298272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/soostibor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6159B-A06F-18AA-D293-EAF5EB3B6AC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6095999" y="6357442"/>
            <a:ext cx="989221" cy="3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28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3" r:id="rId18"/>
    <p:sldLayoutId id="2147483724" r:id="rId19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powershellkonyv.hu/" TargetMode="Externa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www.linkedin.com/in/tiborsoos" TargetMode="External"/><Relationship Id="rId4" Type="http://schemas.openxmlformats.org/officeDocument/2006/relationships/hyperlink" Target="mailto:soos.tibor@hot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276113" y="3810628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noProof="0" dirty="0"/>
              <a:t>Tibor Soós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2673051" y="4817533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1947334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ctr"/>
            <a:r>
              <a:rPr lang="en-GB" sz="4000" b="1" noProof="0" dirty="0">
                <a:solidFill>
                  <a:srgbClr val="346296"/>
                </a:solidFill>
                <a:latin typeface="+mn-lt"/>
              </a:rPr>
              <a:t>Data Management Made Simple for Scripts and Modules – Beyond PSD1 Files</a:t>
            </a:r>
            <a:endParaRPr lang="en-GB" sz="4000" noProof="0" dirty="0">
              <a:solidFill>
                <a:srgbClr val="346296"/>
              </a:solidFill>
              <a:latin typeface="+mn-lt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5074A12-9E1E-7875-6AC7-73C6AF192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2751667"/>
            <a:ext cx="6400800" cy="1947333"/>
          </a:xfrm>
        </p:spPr>
        <p:txBody>
          <a:bodyPr/>
          <a:lstStyle/>
          <a:p>
            <a:r>
              <a:rPr lang="en-GB" sz="2400" noProof="0" dirty="0">
                <a:solidFill>
                  <a:srgbClr val="346296"/>
                </a:solidFill>
              </a:rPr>
              <a:t>Dynamic config files for your PowerShell scripts and modules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1495313"/>
            <a:ext cx="7886486" cy="46816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MCT 1996 -2012 (Exchange, AD, SCCM…)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PowerShell MVP 2008-2012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Various PowerShell related IT roles 2011-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Proud of: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PS book in Hungarian </a:t>
            </a:r>
            <a:r>
              <a:rPr lang="en-GB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https://powershellkonyv.hu</a:t>
            </a:r>
            <a:endParaRPr lang="en-GB" dirty="0">
              <a:solidFill>
                <a:schemeClr val="bg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 err="1">
                <a:solidFill>
                  <a:schemeClr val="bg2"/>
                </a:solidFill>
              </a:rPr>
              <a:t>ScriptTools</a:t>
            </a:r>
            <a:r>
              <a:rPr lang="en-GB" dirty="0">
                <a:solidFill>
                  <a:schemeClr val="bg2"/>
                </a:solidFill>
              </a:rPr>
              <a:t> module: logging, config file management, property management, dynamic 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2"/>
                </a:solidFill>
              </a:rPr>
              <a:t>Successful large PS projects as a freelancer: PAM request fulfilment (Jira ServiceDesk, CyberArk)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noProof="0" dirty="0">
                <a:solidFill>
                  <a:srgbClr val="346296"/>
                </a:solidFill>
                <a:latin typeface="+mn-lt"/>
                <a:ea typeface="+mn-ea"/>
                <a:cs typeface="+mn-cs"/>
              </a:rPr>
              <a:t>Tibor Soós</a:t>
            </a:r>
          </a:p>
        </p:txBody>
      </p:sp>
      <p:pic>
        <p:nvPicPr>
          <p:cNvPr id="6" name="Picture 5" descr="A person wearing glasses and a plaid shirt&#10;&#10;AI-generated content may be incorrect.">
            <a:extLst>
              <a:ext uri="{FF2B5EF4-FFF2-40B4-BE49-F238E27FC236}">
                <a16:creationId xmlns:a16="http://schemas.microsoft.com/office/drawing/2014/main" id="{C864EC10-E9F3-8FBA-E8A2-6A8AFA17E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" y="548634"/>
            <a:ext cx="2880366" cy="28803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C20119-4013-638D-2579-B7AB9D60EEFE}"/>
              </a:ext>
            </a:extLst>
          </p:cNvPr>
          <p:cNvSpPr txBox="1"/>
          <p:nvPr/>
        </p:nvSpPr>
        <p:spPr>
          <a:xfrm>
            <a:off x="639220" y="3429000"/>
            <a:ext cx="2607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hlinkClick r:id="rId4"/>
              </a:rPr>
              <a:t>soos.tibor@hotmail.com</a:t>
            </a:r>
            <a:endParaRPr lang="hu-HU" dirty="0"/>
          </a:p>
          <a:p>
            <a:r>
              <a:rPr lang="en-US" i="0" dirty="0">
                <a:effectLst/>
                <a:latin typeface="-apple-system"/>
                <a:hlinkClick r:id="rId5"/>
              </a:rPr>
              <a:t>linkedin.com/in/</a:t>
            </a:r>
            <a:r>
              <a:rPr lang="en-US" i="0" dirty="0" err="1">
                <a:effectLst/>
                <a:latin typeface="-apple-system"/>
                <a:hlinkClick r:id="rId5"/>
              </a:rPr>
              <a:t>tiborsoos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1E0F2-FE77-51ED-3F72-223B5892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3516"/>
            <a:ext cx="8534400" cy="1507067"/>
          </a:xfrm>
        </p:spPr>
        <p:txBody>
          <a:bodyPr/>
          <a:lstStyle/>
          <a:p>
            <a:r>
              <a:rPr lang="hu-HU" dirty="0" err="1"/>
              <a:t>Common</a:t>
            </a:r>
            <a:r>
              <a:rPr lang="hu-HU" dirty="0"/>
              <a:t> </a:t>
            </a:r>
            <a:r>
              <a:rPr lang="hu-HU" dirty="0" err="1"/>
              <a:t>Config</a:t>
            </a:r>
            <a:r>
              <a:rPr lang="hu-HU" dirty="0"/>
              <a:t> </a:t>
            </a:r>
            <a:r>
              <a:rPr lang="hu-HU" dirty="0" err="1"/>
              <a:t>Files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D5023A-BA6F-B725-CF78-FD889E577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21" y="1680583"/>
            <a:ext cx="8534400" cy="446203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XML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No </a:t>
            </a:r>
            <a:r>
              <a:rPr lang="hu-HU" dirty="0" err="1"/>
              <a:t>comments</a:t>
            </a:r>
            <a:endParaRPr lang="hu-HU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 err="1"/>
              <a:t>Verbose</a:t>
            </a:r>
            <a:endParaRPr lang="hu-HU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 err="1"/>
              <a:t>Case</a:t>
            </a:r>
            <a:r>
              <a:rPr lang="hu-HU" dirty="0"/>
              <a:t> </a:t>
            </a:r>
            <a:r>
              <a:rPr lang="hu-HU" dirty="0" err="1"/>
              <a:t>sensitive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JSON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No </a:t>
            </a:r>
            <a:r>
              <a:rPr lang="hu-HU" dirty="0" err="1"/>
              <a:t>comments</a:t>
            </a:r>
            <a:endParaRPr lang="hu-HU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Limited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types</a:t>
            </a:r>
            <a:endParaRPr lang="hu-HU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 err="1"/>
              <a:t>Awkward</a:t>
            </a:r>
            <a:r>
              <a:rPr lang="hu-HU" dirty="0"/>
              <a:t> </a:t>
            </a:r>
            <a:r>
              <a:rPr lang="hu-HU" dirty="0" err="1"/>
              <a:t>use</a:t>
            </a:r>
            <a:r>
              <a:rPr lang="hu-HU" dirty="0"/>
              <a:t> of </a:t>
            </a:r>
            <a:r>
              <a:rPr lang="hu-HU" dirty="0" err="1"/>
              <a:t>commas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YAML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No </a:t>
            </a:r>
            <a:r>
              <a:rPr lang="hu-HU" dirty="0" err="1"/>
              <a:t>native</a:t>
            </a:r>
            <a:r>
              <a:rPr lang="hu-HU" dirty="0"/>
              <a:t> PowerShell </a:t>
            </a:r>
            <a:r>
              <a:rPr lang="hu-HU" dirty="0" err="1"/>
              <a:t>support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endParaRPr lang="hu-HU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6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F3FF-2A27-54C1-3CA6-21E261F2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B4FB2-BC1C-BDEE-AE11-5368B2F91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218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PSD1 </a:t>
            </a:r>
            <a:r>
              <a:rPr lang="hu-HU" dirty="0" err="1"/>
              <a:t>Files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734D17-94E3-71D6-5497-7562681BD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285"/>
            <a:ext cx="10515600" cy="4369678"/>
          </a:xfrm>
        </p:spPr>
        <p:txBody>
          <a:bodyPr anchor="t">
            <a:normAutofit/>
          </a:bodyPr>
          <a:lstStyle/>
          <a:p>
            <a:r>
              <a:rPr lang="hu-HU" noProof="0" dirty="0"/>
              <a:t>PowerShell </a:t>
            </a:r>
            <a:r>
              <a:rPr lang="hu-HU" noProof="0" dirty="0" err="1"/>
              <a:t>hashtable</a:t>
            </a:r>
            <a:r>
              <a:rPr lang="hu-HU" noProof="0" dirty="0"/>
              <a:t> </a:t>
            </a:r>
            <a:r>
              <a:rPr lang="hu-HU" noProof="0" dirty="0" err="1"/>
              <a:t>syntax</a:t>
            </a:r>
            <a:endParaRPr lang="hu-HU" noProof="0" dirty="0"/>
          </a:p>
          <a:p>
            <a:r>
              <a:rPr lang="hu-HU" noProof="0" dirty="0" err="1"/>
              <a:t>Comments</a:t>
            </a:r>
            <a:endParaRPr lang="hu-HU" noProof="0" dirty="0"/>
          </a:p>
          <a:p>
            <a:r>
              <a:rPr lang="hu-HU" dirty="0"/>
              <a:t>Limited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types</a:t>
            </a:r>
            <a:endParaRPr lang="hu-HU" dirty="0"/>
          </a:p>
          <a:p>
            <a:r>
              <a:rPr lang="hu-HU" noProof="0" dirty="0" err="1"/>
              <a:t>Even</a:t>
            </a:r>
            <a:r>
              <a:rPr lang="hu-HU" noProof="0" dirty="0"/>
              <a:t> </a:t>
            </a:r>
            <a:r>
              <a:rPr lang="hu-HU" noProof="0" dirty="0" err="1"/>
              <a:t>though</a:t>
            </a:r>
            <a:r>
              <a:rPr lang="hu-HU" noProof="0" dirty="0"/>
              <a:t> </a:t>
            </a:r>
            <a:r>
              <a:rPr lang="hu-HU" noProof="0" dirty="0" err="1"/>
              <a:t>it</a:t>
            </a:r>
            <a:r>
              <a:rPr lang="hu-HU" noProof="0" dirty="0"/>
              <a:t> is a PowerShell </a:t>
            </a:r>
            <a:r>
              <a:rPr lang="hu-HU" noProof="0" dirty="0" err="1"/>
              <a:t>hashtable</a:t>
            </a:r>
            <a:r>
              <a:rPr lang="hu-HU" noProof="0" dirty="0"/>
              <a:t>, </a:t>
            </a:r>
            <a:r>
              <a:rPr lang="hu-HU" noProof="0" dirty="0" err="1"/>
              <a:t>not</a:t>
            </a:r>
            <a:r>
              <a:rPr lang="hu-HU" noProof="0" dirty="0"/>
              <a:t> </a:t>
            </a:r>
            <a:r>
              <a:rPr lang="hu-HU" noProof="0" dirty="0" err="1"/>
              <a:t>fully</a:t>
            </a:r>
            <a:r>
              <a:rPr lang="hu-HU" noProof="0" dirty="0"/>
              <a:t> </a:t>
            </a:r>
            <a:r>
              <a:rPr lang="hu-HU" noProof="0" dirty="0" err="1"/>
              <a:t>compatible</a:t>
            </a:r>
            <a:r>
              <a:rPr lang="hu-HU" noProof="0" dirty="0"/>
              <a:t> </a:t>
            </a:r>
            <a:r>
              <a:rPr lang="hu-HU" noProof="0" dirty="0" err="1"/>
              <a:t>with</a:t>
            </a:r>
            <a:r>
              <a:rPr lang="hu-HU" noProof="0" dirty="0"/>
              <a:t> </a:t>
            </a:r>
            <a:r>
              <a:rPr lang="hu-HU" noProof="0" dirty="0" err="1"/>
              <a:t>that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7464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D438-21C9-F311-8DB4-1642D64AC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6632B2-F197-FDD1-E186-338A50067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218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Data.PS1Files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37F80A-E9B6-1ACA-27CD-BAC0AD19E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285"/>
            <a:ext cx="10515600" cy="4369678"/>
          </a:xfrm>
        </p:spPr>
        <p:txBody>
          <a:bodyPr anchor="t">
            <a:normAutofit/>
          </a:bodyPr>
          <a:lstStyle/>
          <a:p>
            <a:r>
              <a:rPr lang="hu-HU" noProof="0" dirty="0"/>
              <a:t>PowerShell </a:t>
            </a:r>
            <a:r>
              <a:rPr lang="hu-HU" noProof="0" dirty="0" err="1"/>
              <a:t>hashtable</a:t>
            </a:r>
            <a:r>
              <a:rPr lang="hu-HU" noProof="0" dirty="0"/>
              <a:t> </a:t>
            </a:r>
            <a:r>
              <a:rPr lang="hu-HU" noProof="0" dirty="0" err="1"/>
              <a:t>syntax</a:t>
            </a:r>
            <a:endParaRPr lang="hu-HU" noProof="0" dirty="0"/>
          </a:p>
          <a:p>
            <a:r>
              <a:rPr lang="hu-HU" dirty="0" err="1"/>
              <a:t>Ordered</a:t>
            </a:r>
            <a:r>
              <a:rPr lang="hu-HU" dirty="0"/>
              <a:t> </a:t>
            </a:r>
            <a:r>
              <a:rPr lang="hu-HU" dirty="0" err="1"/>
              <a:t>hashtable</a:t>
            </a:r>
            <a:r>
              <a:rPr lang="hu-HU" dirty="0"/>
              <a:t> </a:t>
            </a:r>
            <a:r>
              <a:rPr lang="hu-HU" dirty="0" err="1"/>
              <a:t>also</a:t>
            </a:r>
            <a:r>
              <a:rPr lang="hu-HU" dirty="0"/>
              <a:t> </a:t>
            </a:r>
            <a:r>
              <a:rPr lang="hu-HU" dirty="0" err="1"/>
              <a:t>supported</a:t>
            </a:r>
            <a:endParaRPr lang="hu-HU" noProof="0" dirty="0"/>
          </a:p>
          <a:p>
            <a:r>
              <a:rPr lang="hu-HU" noProof="0" dirty="0" err="1"/>
              <a:t>Comments</a:t>
            </a:r>
            <a:endParaRPr lang="hu-HU" noProof="0" dirty="0"/>
          </a:p>
          <a:p>
            <a:r>
              <a:rPr lang="hu-HU" dirty="0"/>
              <a:t>Most </a:t>
            </a:r>
            <a:r>
              <a:rPr lang="hu-HU" dirty="0" err="1"/>
              <a:t>common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types</a:t>
            </a:r>
            <a:r>
              <a:rPr lang="hu-HU" dirty="0"/>
              <a:t> </a:t>
            </a:r>
            <a:r>
              <a:rPr lang="hu-HU" dirty="0" err="1"/>
              <a:t>supported</a:t>
            </a:r>
            <a:endParaRPr lang="hu-HU" dirty="0"/>
          </a:p>
          <a:p>
            <a:r>
              <a:rPr lang="hu-HU" noProof="0" dirty="0" err="1"/>
              <a:t>Dynamic</a:t>
            </a:r>
            <a:r>
              <a:rPr lang="hu-HU" noProof="0" dirty="0"/>
              <a:t> </a:t>
            </a:r>
            <a:r>
              <a:rPr lang="hu-HU" noProof="0" dirty="0" err="1"/>
              <a:t>content</a:t>
            </a:r>
            <a:endParaRPr lang="hu-HU" noProof="0" dirty="0"/>
          </a:p>
          <a:p>
            <a:r>
              <a:rPr lang="hu-HU" dirty="0" err="1"/>
              <a:t>Conditional</a:t>
            </a:r>
            <a:r>
              <a:rPr lang="hu-HU" dirty="0"/>
              <a:t> </a:t>
            </a:r>
            <a:r>
              <a:rPr lang="hu-HU" dirty="0" err="1"/>
              <a:t>hives</a:t>
            </a:r>
            <a:endParaRPr lang="hu-HU" dirty="0"/>
          </a:p>
          <a:p>
            <a:r>
              <a:rPr lang="hu-HU" dirty="0" err="1"/>
              <a:t>Built</a:t>
            </a:r>
            <a:r>
              <a:rPr lang="hu-HU" dirty="0"/>
              <a:t>-in </a:t>
            </a:r>
            <a:r>
              <a:rPr lang="hu-HU" dirty="0" err="1"/>
              <a:t>basic</a:t>
            </a:r>
            <a:r>
              <a:rPr lang="hu-HU" dirty="0"/>
              <a:t> </a:t>
            </a:r>
            <a:r>
              <a:rPr lang="hu-HU" dirty="0" err="1"/>
              <a:t>security</a:t>
            </a:r>
            <a:endParaRPr lang="hu-HU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77957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9B51-DC3F-EB2B-411C-D5477E96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520E20-AE17-E823-590F-46A46B2C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 noProof="0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2D38E-B3FE-AD41-285F-2FDBACC6F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/>
          <a:lstStyle/>
          <a:p>
            <a:endParaRPr lang="en-GB" noProof="0" dirty="0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AFFA6152-CBD0-3F3F-F258-655544648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685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0" dirty="0"/>
              <a:t>Q&amp;A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10B4CA76F661498C662C4D69800553" ma:contentTypeVersion="13" ma:contentTypeDescription="Create a new document." ma:contentTypeScope="" ma:versionID="8e04fcd09f7a7dfd06ff4a6ceabf43dc">
  <xsd:schema xmlns:xsd="http://www.w3.org/2001/XMLSchema" xmlns:xs="http://www.w3.org/2001/XMLSchema" xmlns:p="http://schemas.microsoft.com/office/2006/metadata/properties" xmlns:ns2="58c243a5-121d-4837-b81c-114e1b569ece" xmlns:ns3="77f18391-c91f-4725-9130-63caf76c1806" targetNamespace="http://schemas.microsoft.com/office/2006/metadata/properties" ma:root="true" ma:fieldsID="665b7cb087352da028993c4fb985284c" ns2:_="" ns3:_="">
    <xsd:import namespace="58c243a5-121d-4837-b81c-114e1b569ece"/>
    <xsd:import namespace="77f18391-c91f-4725-9130-63caf76c18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c243a5-121d-4837-b81c-114e1b569e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18391-c91f-4725-9130-63caf76c180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308bfb8-9000-4349-8794-c2de05f0bbcb}" ma:internalName="TaxCatchAll" ma:showField="CatchAllData" ma:web="77f18391-c91f-4725-9130-63caf76c18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8c243a5-121d-4837-b81c-114e1b569ece">
      <Terms xmlns="http://schemas.microsoft.com/office/infopath/2007/PartnerControls"/>
    </lcf76f155ced4ddcb4097134ff3c332f>
    <TaxCatchAll xmlns="77f18391-c91f-4725-9130-63caf76c180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243F5F-D51B-403B-A401-EA162F276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c243a5-121d-4837-b81c-114e1b569ece"/>
    <ds:schemaRef ds:uri="77f18391-c91f-4725-9130-63caf76c18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9C06E3-346E-408E-B352-32E922A070CE}">
  <ds:schemaRefs>
    <ds:schemaRef ds:uri="http://schemas.microsoft.com/office/2006/metadata/properties"/>
    <ds:schemaRef ds:uri="http://schemas.microsoft.com/office/infopath/2007/PartnerControls"/>
    <ds:schemaRef ds:uri="2347cc20-e10c-452d-848a-c18e83138525"/>
    <ds:schemaRef ds:uri="85c0ce47-fe9c-4809-bf88-519c39a738e6"/>
    <ds:schemaRef ds:uri="58c243a5-121d-4837-b81c-114e1b569ece"/>
    <ds:schemaRef ds:uri="77f18391-c91f-4725-9130-63caf76c1806"/>
  </ds:schemaRefs>
</ds:datastoreItem>
</file>

<file path=customXml/itemProps3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3433</TotalTime>
  <Words>178</Words>
  <Application>Microsoft Office PowerPoint</Application>
  <PresentationFormat>Widescreen</PresentationFormat>
  <Paragraphs>42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-apple-system</vt:lpstr>
      <vt:lpstr>Calibri</vt:lpstr>
      <vt:lpstr>Century Gothic</vt:lpstr>
      <vt:lpstr>Wingdings</vt:lpstr>
      <vt:lpstr>Wingdings 3</vt:lpstr>
      <vt:lpstr>Slice</vt:lpstr>
      <vt:lpstr>Data Management Made Simple for Scripts and Modules – Beyond PSD1 Files</vt:lpstr>
      <vt:lpstr>Tibor Soós</vt:lpstr>
      <vt:lpstr>Common Config Files</vt:lpstr>
      <vt:lpstr>PSD1 Files</vt:lpstr>
      <vt:lpstr>Data.PS1Files</vt:lpstr>
      <vt:lpstr>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Tibor Soós</cp:lastModifiedBy>
  <cp:revision>3</cp:revision>
  <dcterms:created xsi:type="dcterms:W3CDTF">2024-03-26T13:08:23Z</dcterms:created>
  <dcterms:modified xsi:type="dcterms:W3CDTF">2025-11-12T16:32:58Z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0x0101006910B4CA76F661498C662C4D69800553</vt:lpwstr>
  </property>
  <property fmtid="{D5CDD505-2E9C-101B-9397-08002B2CF9AE}" pid="3" name="MediaServiceImageTags">
    <vt:lpwstr/>
  </property>
  <property fmtid="{D5CDD505-2E9C-101B-9397-08002B2CF9AE}" pid="4" name="MSIP_Label_8af657d4-2045-4871-9872-e323e3545d60_Enabled">
    <vt:lpwstr>true</vt:lpwstr>
  </property>
  <property fmtid="{D5CDD505-2E9C-101B-9397-08002B2CF9AE}" pid="5" name="MSIP_Label_8af657d4-2045-4871-9872-e323e3545d60_SetDate">
    <vt:lpwstr>2025-02-21T08:07:40Z</vt:lpwstr>
  </property>
  <property fmtid="{D5CDD505-2E9C-101B-9397-08002B2CF9AE}" pid="6" name="MSIP_Label_8af657d4-2045-4871-9872-e323e3545d60_Method">
    <vt:lpwstr>Standard</vt:lpwstr>
  </property>
  <property fmtid="{D5CDD505-2E9C-101B-9397-08002B2CF9AE}" pid="7" name="MSIP_Label_8af657d4-2045-4871-9872-e323e3545d60_Name">
    <vt:lpwstr>Open sublabel</vt:lpwstr>
  </property>
  <property fmtid="{D5CDD505-2E9C-101B-9397-08002B2CF9AE}" pid="8" name="MSIP_Label_8af657d4-2045-4871-9872-e323e3545d60_SiteId">
    <vt:lpwstr>753c5d99-05be-4237-b4c5-fdb2e6b32ab2</vt:lpwstr>
  </property>
  <property fmtid="{D5CDD505-2E9C-101B-9397-08002B2CF9AE}" pid="9" name="MSIP_Label_8af657d4-2045-4871-9872-e323e3545d60_ActionId">
    <vt:lpwstr>a42e57ee-2a5a-4e93-8ab7-c9eac7c5e4a7</vt:lpwstr>
  </property>
  <property fmtid="{D5CDD505-2E9C-101B-9397-08002B2CF9AE}" pid="10" name="MSIP_Label_8af657d4-2045-4871-9872-e323e3545d60_ContentBits">
    <vt:lpwstr>0</vt:lpwstr>
  </property>
  <property fmtid="{D5CDD505-2E9C-101B-9397-08002B2CF9AE}" pid="11" name="MSIP_Label_8af657d4-2045-4871-9872-e323e3545d60_Tag">
    <vt:lpwstr>10, 3, 0, 1</vt:lpwstr>
  </property>
</Properties>
</file>